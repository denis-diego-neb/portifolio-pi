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8288000" cy="10287000"/>
  <p:notesSz cx="6858000" cy="9144000"/>
  <p:embeddedFontLst>
    <p:embeddedFont>
      <p:font typeface="Montserrat Bold" charset="0"/>
      <p:regular r:id="rId24"/>
    </p:embeddedFont>
    <p:embeddedFont>
      <p:font typeface="Poppins Bold" charset="0"/>
      <p:regular r:id="rId25"/>
    </p:embeddedFont>
    <p:embeddedFont>
      <p:font typeface="Calibri" pitchFamily="34" charset="0"/>
      <p:regular r:id="rId26"/>
      <p:bold r:id="rId27"/>
      <p:italic r:id="rId28"/>
      <p:boldItalic r:id="rId29"/>
    </p:embeddedFont>
    <p:embeddedFont>
      <p:font typeface="Poppins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-756" y="-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espacofabianajora.free.nf" TargetMode="Externa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16026" y="3574594"/>
            <a:ext cx="13719374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PROJETO INTEGRADOR </a:t>
            </a:r>
            <a:r>
              <a:rPr lang="en-US" sz="8000" b="1" dirty="0" smtClean="0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</a:t>
            </a:r>
            <a:endParaRPr lang="en-US" sz="8000" b="1" dirty="0">
              <a:solidFill>
                <a:srgbClr val="3A7AFE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637707" y="5658306"/>
            <a:ext cx="11506944" cy="901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Site </a:t>
            </a:r>
            <a:r>
              <a:rPr lang="en-US" sz="5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Portifólio</a:t>
            </a:r>
            <a:r>
              <a:rPr lang="en-US" sz="5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</a:t>
            </a:r>
            <a:r>
              <a:rPr lang="en-US" sz="5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Fabiana</a:t>
            </a:r>
            <a:r>
              <a:rPr lang="en-US" sz="5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5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Jora</a:t>
            </a:r>
            <a:endParaRPr lang="en-US" sz="50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4948049" y="8531226"/>
            <a:ext cx="2036564" cy="727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US" sz="4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Grupo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644726" y="5142865"/>
            <a:ext cx="12998548" cy="4115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•Cliente: Fabiana Jora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•Grupo: Aline Guilhoto, Denis Diego Brandão da Cunha, Gabriel Siqueira Magalhães, Guilherme Afonso e Leonardo Marson Coral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•Instituição: FATEC Araras – Antonio Brambilla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•Data: 2025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529788" y="1461433"/>
            <a:ext cx="11228423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Espaço Fabiana Jora: Portfólio Digital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626548" y="2477615"/>
            <a:ext cx="1103490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Projeto Integrador I - Desenvolvimento de Software Multiplataforma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963821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Identificação do problema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324539" y="4347456"/>
            <a:ext cx="13638922" cy="365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41" lvl="1" indent="-280670" algn="just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Ausência de presença digital estruturada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Fabiana atua em Massoterapia, Enfermagem e LIBRAS, mas não tinha um espaço online unificado.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Resultado: dificuldade de divulgação e captação de clientes.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Solução: criar um portfólio digital funcional e centralizado.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489707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087043" y="3371490"/>
            <a:ext cx="12113914" cy="502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Objetivo Geral: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Desenvolver um site responsivo e acessível para apresentar os serviços.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Objetivos Específicos: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Criar 5 páginas principais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Exibir serviços detalhados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Botões WhatsApp com mensagens prontas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Garantir responsividade e acessibilidade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Documentar o processo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03996" y="1574529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Escopo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054429" y="3402333"/>
            <a:ext cx="10179141" cy="502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Entregas: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Site estático com 5 páginas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Portfólio + depoimentos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Links funcionais e responsividade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Imagens otimizadas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– Código organizado e deploy no GitHub Pages e Infinityfree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348337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Organização e Metodologia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56071" y="3818724"/>
            <a:ext cx="13775859" cy="502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Cronograma: levantamento, protótipo, desenvolvimento, testes e documentação.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Distribuição de Tarefas: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•Gerência de Projeto: Aline (Contato com Cliente, Validação)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•Desenvolvimento Front-End: Gabriel, Aline, Denis e Leonardo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•Design / UX: Aline e Guilherme (Wireframes, Paleta, Tipografia)</a:t>
            </a: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•QA / Testes: Gabriel e Aline (Testes, Revisão Ortográfica)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Metodologia: Prototipação Evolutiva, com validações contínuas.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744173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de Ferramentas Colaborativas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16408" y="3910979"/>
            <a:ext cx="13855183" cy="457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•Design/Protótipo: Figma (Wireframes) e Photopea (Edição de Imagens).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•Controle de Versão: Git e GitHub (Versionamento Contínuo, Branches por Feature).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•Hospedagem: GitHub Pages e Infinityfree (Soluções gratuitas para sites estáticos).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•Editor de Código: Visual Studio Code.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•Comunicação: WhatsApp.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772447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Requisitos Funcionais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665537" y="3873820"/>
            <a:ext cx="8956925" cy="4115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Navegação entre as 5 páginas.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Exibição detalhada de serviços e imagens.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Links de redirecionamento para redes sociais.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Menu fixo e rodapé com informações de contato.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Hospedagem gratuita.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772447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Requisitos Não Funcionais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866663" y="3533265"/>
            <a:ext cx="10554674" cy="457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Usabilidade: Interface simples e intuitiva.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Desempenho: Carregamento rápido (&lt; 3 segundos).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Compatibilidade: Funcionamento nos principais navegadores.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Responsividade: Adaptação a diferentes dispositivos.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Manutenção: Código limpo e comentado.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2478701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Estudo de Viabilidade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626590" y="4643709"/>
            <a:ext cx="13034821" cy="2286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Técnica: Viável, utilizando ferramentas de fácil acesso e compatíveis com hardware básico.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Econômica: Viável, sem custos diretos (hospedagem, domínio e ferramentas gratuitas).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2557575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Modelagem do Sistema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247964" y="4874212"/>
            <a:ext cx="11792072" cy="2286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• Atores: Usuário Visitante e Cliente (Administradora). </a:t>
            </a:r>
          </a:p>
          <a:p>
            <a:pPr algn="just">
              <a:lnSpc>
                <a:spcPts val="3639"/>
              </a:lnSpc>
            </a:pPr>
            <a:endParaRPr lang="en-US" sz="2599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Casos de Uso: Navegar, Visualizar Serviços, Acessar Redes Sociais. </a:t>
            </a:r>
          </a:p>
          <a:p>
            <a:pPr algn="just">
              <a:lnSpc>
                <a:spcPts val="3639"/>
              </a:lnSpc>
            </a:pPr>
            <a:endParaRPr lang="en-US" sz="2599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Nota: O sistema é estático, focado na apresentação de informações.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2286616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Identidade Visual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626590" y="4385499"/>
            <a:ext cx="13034821" cy="2743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• Construção de Logotipo, Paleta de Cores e Tipografia.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Aplicação de Princípios de Design (Contraste, Harmonia, Consistência, Acessibilidade).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Uso de Grid e Layout Responsivo, Limpo e Funcional.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823565" y="1028700"/>
            <a:ext cx="5750433" cy="8229600"/>
          </a:xfrm>
          <a:custGeom>
            <a:avLst/>
            <a:gdLst/>
            <a:ahLst/>
            <a:cxnLst/>
            <a:rect l="l" t="t" r="r" b="b"/>
            <a:pathLst>
              <a:path w="5750433" h="8229600">
                <a:moveTo>
                  <a:pt x="0" y="0"/>
                </a:moveTo>
                <a:lnTo>
                  <a:pt x="5750433" y="0"/>
                </a:lnTo>
                <a:lnTo>
                  <a:pt x="575043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599745" y="4732655"/>
            <a:ext cx="5689580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HandOff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426969" y="2141153"/>
            <a:ext cx="9561315" cy="6485388"/>
          </a:xfrm>
          <a:custGeom>
            <a:avLst/>
            <a:gdLst/>
            <a:ahLst/>
            <a:cxnLst/>
            <a:rect l="l" t="t" r="r" b="b"/>
            <a:pathLst>
              <a:path w="9561315" h="6485388">
                <a:moveTo>
                  <a:pt x="0" y="0"/>
                </a:moveTo>
                <a:lnTo>
                  <a:pt x="9561315" y="0"/>
                </a:lnTo>
                <a:lnTo>
                  <a:pt x="9561315" y="6485388"/>
                </a:lnTo>
                <a:lnTo>
                  <a:pt x="0" y="64853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66521" y="4846003"/>
            <a:ext cx="468480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Wireframe - Home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250573" y="1407124"/>
            <a:ext cx="9688292" cy="7472753"/>
          </a:xfrm>
          <a:custGeom>
            <a:avLst/>
            <a:gdLst/>
            <a:ahLst/>
            <a:cxnLst/>
            <a:rect l="l" t="t" r="r" b="b"/>
            <a:pathLst>
              <a:path w="9688292" h="7472753">
                <a:moveTo>
                  <a:pt x="0" y="0"/>
                </a:moveTo>
                <a:lnTo>
                  <a:pt x="9688292" y="0"/>
                </a:lnTo>
                <a:lnTo>
                  <a:pt x="9688292" y="7472752"/>
                </a:lnTo>
                <a:lnTo>
                  <a:pt x="0" y="74727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95651" y="4565015"/>
            <a:ext cx="4684804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Wireframe - Quem Sou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661291" y="1028700"/>
            <a:ext cx="9073662" cy="8229600"/>
          </a:xfrm>
          <a:custGeom>
            <a:avLst/>
            <a:gdLst/>
            <a:ahLst/>
            <a:cxnLst/>
            <a:rect l="l" t="t" r="r" b="b"/>
            <a:pathLst>
              <a:path w="9073662" h="8229600">
                <a:moveTo>
                  <a:pt x="0" y="0"/>
                </a:moveTo>
                <a:lnTo>
                  <a:pt x="9073661" y="0"/>
                </a:lnTo>
                <a:lnTo>
                  <a:pt x="907366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37390" y="4565015"/>
            <a:ext cx="4684804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Wireframe - Massoterapia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976768" y="1905791"/>
            <a:ext cx="9612532" cy="6475419"/>
          </a:xfrm>
          <a:custGeom>
            <a:avLst/>
            <a:gdLst/>
            <a:ahLst/>
            <a:cxnLst/>
            <a:rect l="l" t="t" r="r" b="b"/>
            <a:pathLst>
              <a:path w="9612532" h="6475419">
                <a:moveTo>
                  <a:pt x="0" y="0"/>
                </a:moveTo>
                <a:lnTo>
                  <a:pt x="9612532" y="0"/>
                </a:lnTo>
                <a:lnTo>
                  <a:pt x="9612532" y="6475418"/>
                </a:lnTo>
                <a:lnTo>
                  <a:pt x="0" y="64754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95651" y="4565015"/>
            <a:ext cx="4684804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Wireframe - Enfermagem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151551" y="1905791"/>
            <a:ext cx="9612532" cy="6475419"/>
          </a:xfrm>
          <a:custGeom>
            <a:avLst/>
            <a:gdLst/>
            <a:ahLst/>
            <a:cxnLst/>
            <a:rect l="l" t="t" r="r" b="b"/>
            <a:pathLst>
              <a:path w="9612532" h="6475419">
                <a:moveTo>
                  <a:pt x="0" y="0"/>
                </a:moveTo>
                <a:lnTo>
                  <a:pt x="9612531" y="0"/>
                </a:lnTo>
                <a:lnTo>
                  <a:pt x="9612531" y="6475418"/>
                </a:lnTo>
                <a:lnTo>
                  <a:pt x="0" y="64754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462608" y="4846003"/>
            <a:ext cx="468480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Wireframe - Libras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952500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Implementação Técnica (Front-End)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82850" y="2978384"/>
            <a:ext cx="13722299" cy="5487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Linguagens: HTML5 (Estrutura Semântica), CSS3 (Estilização Separada), JavaScript (Interatividade).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Framework: Bootstrap 5 (Layout Responsivo e Componentes).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Práticas de Codificação: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• Organização em Pastas.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Versionamento Contínuo com Git e GitHub.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Deploy Funcional no GitHub Pages.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687625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Testes e Manutenção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626590" y="3396866"/>
            <a:ext cx="13034821" cy="457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Testes de navegação, responsividade e funcionalidade dos links.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Revisão ortográfica e de conteúdo. Manutenção (Manual do Administrador):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Código limpo, comentado e de fácil atualização.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Ficha Técnica e Histórico de Versões para controle.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Otimização de imagens e uso de fontes livres para garantir a longevidade do projeto.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1913817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Site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459104" y="4044394"/>
            <a:ext cx="13034821" cy="457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Link de acesso: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841599" y="5864303"/>
            <a:ext cx="6604802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19"/>
              </a:lnSpc>
            </a:pPr>
            <a:r>
              <a:rPr lang="en-US" sz="2799" b="1" u="sng">
                <a:solidFill>
                  <a:srgbClr val="3A7AFE"/>
                </a:solidFill>
                <a:latin typeface="Poppins Bold"/>
                <a:ea typeface="Poppins Bold"/>
                <a:cs typeface="Poppins Bold"/>
                <a:sym typeface="Poppins Bold"/>
                <a:hlinkClick r:id="rId2" tooltip="https://espacofabianajora.free.nf"/>
              </a:rPr>
              <a:t>https://espacofabianajora.free.nf/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73640" y="2196558"/>
            <a:ext cx="15340719" cy="745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>
                <a:solidFill>
                  <a:srgbClr val="3A7AF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Conclusão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626590" y="4182227"/>
            <a:ext cx="13034821" cy="320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O projeto atingiu o objetivo de criar um portfólio digital funcional, de baixo custo e alinhado às necessidades da cliente. 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• A metodologia de prototipação evolutiva se mostrou eficaz para validação rápida.</a:t>
            </a:r>
          </a:p>
          <a:p>
            <a:pPr algn="just">
              <a:lnSpc>
                <a:spcPts val="3640"/>
              </a:lnSpc>
            </a:pPr>
            <a:endParaRPr lang="en-US" sz="26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• O uso de tecnologias abertas e gratuitas garantiu a viabilidade econômica.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723</Words>
  <Application>Microsoft Office PowerPoint</Application>
  <PresentationFormat>Personalizar</PresentationFormat>
  <Paragraphs>139</Paragraphs>
  <Slides>22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8" baseType="lpstr">
      <vt:lpstr>Arial</vt:lpstr>
      <vt:lpstr>Montserrat Bold</vt:lpstr>
      <vt:lpstr>Poppins Bold</vt:lpstr>
      <vt:lpstr>Calibri</vt:lpstr>
      <vt:lpstr>Poppins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INTEGRADOR i</dc:title>
  <cp:lastModifiedBy>Aline Cristina Paulino Guilhoto</cp:lastModifiedBy>
  <cp:revision>2</cp:revision>
  <dcterms:created xsi:type="dcterms:W3CDTF">2006-08-16T00:00:00Z</dcterms:created>
  <dcterms:modified xsi:type="dcterms:W3CDTF">2025-11-28T16:59:56Z</dcterms:modified>
  <dc:identifier>DAG5C_Jy5zk</dc:identifier>
</cp:coreProperties>
</file>